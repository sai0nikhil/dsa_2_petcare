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928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  <a:latin typeface="Calibri"/>
              </a:rPr>
              <a:t>PROJECT REVIEW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34640"/>
            <a:ext cx="43891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50% Completion  ·  Mid Review Evaluation Sheet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7680960" cy="2423160"/>
          </a:xfrm>
          <a:prstGeom prst="rect">
            <a:avLst/>
          </a:prstGeom>
          <a:solidFill>
            <a:srgbClr val="235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64008" cy="2423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39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Project  #24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PetCare – Smart Veterinary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988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&amp; Pet Health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F"/>
                </a:solidFill>
                <a:latin typeface="Calibri"/>
              </a:rPr>
              <a:t>Java CLI  ·  DSA Modules M1–M6  ·  45 CSV Pet Records  ·  28-05-2026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520440"/>
            <a:ext cx="3429000" cy="2423160"/>
          </a:xfrm>
          <a:prstGeom prst="rect">
            <a:avLst/>
          </a:prstGeom>
          <a:solidFill>
            <a:srgbClr val="235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3520440"/>
            <a:ext cx="64008" cy="2423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069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Sai Nikhil Vukka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406908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F8FF"/>
                </a:solidFill>
                <a:latin typeface="Calibri"/>
              </a:rPr>
              <a:t>2500032630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360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G.V Sai Manikanta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463600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F8FF"/>
                </a:solidFill>
                <a:latin typeface="Calibri"/>
              </a:rPr>
              <a:t>2500080122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029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R.S.V.D.S Mohitswar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52029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F8FF"/>
                </a:solidFill>
                <a:latin typeface="Calibri"/>
              </a:rPr>
              <a:t>2500080124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63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A0B0"/>
                </a:solidFill>
                <a:latin typeface="Calibri"/>
              </a:rPr>
              <a:t>Review Date: 28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85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51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231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  <a:latin typeface="Calibri"/>
              </a:rPr>
              <a:t>Student
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029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Project #24
Review: 28-05-2026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7432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3B50"/>
                </a:solidFill>
                <a:latin typeface="Calibri"/>
              </a:rPr>
              <a:t>PetCare – Smart Veterinary Clinic &amp; Pet Health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3716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371600"/>
            <a:ext cx="27889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5270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Student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745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Sai Nikhil Vukka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23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2500032630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27889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270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Student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745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G.V Sai Manikanta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23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2500080122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371600"/>
            <a:ext cx="27889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5270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Student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745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R.S.V.D.S Mohitswar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423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2500080124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291840"/>
            <a:ext cx="8869680" cy="502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3741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Project Number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74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831336"/>
            <a:ext cx="8869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3913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Programming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13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Java (JDK 11+)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370832"/>
            <a:ext cx="8869680" cy="502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44531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Tools / 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53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Eclipse / IntelliJ / VS Code  ·  Git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4910328"/>
            <a:ext cx="8869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992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92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CLI (Command-Line Interface)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5449824"/>
            <a:ext cx="8869680" cy="502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532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Data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532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CSV (45 pets) or Raw (generated on-the-fly)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5989320"/>
            <a:ext cx="8869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60716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3B50"/>
                </a:solidFill>
                <a:latin typeface="Calibri"/>
              </a:rPr>
              <a:t>Review 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0716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28-05-2026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Slides  /  Abstract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SECTION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32120" cy="54864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5486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6420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PetCare is a Java-based CLI application modelling a veterinary clinic and pet health management platform.
It manages:
  •  Pet profiles &amp; medical histories
  •  Veterinary appointments
  •  Vaccination schedules
  •  Clinic analytics
Using six classical DSA categories:
  Trees  ·  Multiway Trees  ·  Graphs
  Shortest Paths  ·  Sorting  ·  Greedy / DP
Applied to realistic clinic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577840" cy="54864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73152" cy="5486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19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2B2B"/>
                </a:solidFill>
                <a:latin typeface="Calibri"/>
              </a:rPr>
              <a:t>Traditional Systems Lack: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❌  Efficient indexing of pet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24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❌  Route optimisation between clinic branches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998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❌  Scheduling of overlapping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57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0"/>
                </a:solidFill>
                <a:latin typeface="Calibri"/>
              </a:rPr>
              <a:t>PetCare's DSA Solution: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0965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✅  BST / AVL — O(log n) pet record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✅  Dijkstra / Bellman-Ford — inter-clinic 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047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✅  Graph BFS / Activity Selection —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596128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→  One cohesive Java CLI system mapping each
    DSA module to a concrete clinical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Objectives  /  DSA Module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SECTION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565099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64008" cy="16642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71016"/>
            <a:ext cx="5029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9304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71016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58191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3B50"/>
                </a:solidFill>
                <a:latin typeface="Calibri"/>
              </a:rPr>
              <a:t>BST &amp; AVL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7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O(log n) pet record indexing · traversals · complexity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115568"/>
            <a:ext cx="565099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115568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8232" y="1271016"/>
            <a:ext cx="5029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289304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1271016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MULTIWAY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158191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3B50"/>
                </a:solidFill>
                <a:latin typeface="Calibri"/>
              </a:rPr>
              <a:t>B-Tree, B+ Tree, Segment Tree, Fenwick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029967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Multiway indexing · range queries · prefix sums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16936"/>
            <a:ext cx="565099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916936"/>
            <a:ext cx="64008" cy="16642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072384"/>
            <a:ext cx="5029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090672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072384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GRAPHS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38328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3B50"/>
                </a:solidFill>
                <a:latin typeface="Calibri"/>
              </a:rPr>
              <a:t>BFS, DFS, Connected Components, MST (Kruskal / Prim)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31335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Clinic network management &amp; reachability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2916936"/>
            <a:ext cx="565099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2916936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8232" y="3072384"/>
            <a:ext cx="5029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090672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3072384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SHORTEST PATHS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338328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3B50"/>
                </a:solidFill>
                <a:latin typeface="Calibri"/>
              </a:rPr>
              <a:t>Dijkstra, Bellman-Ford, Floyd-Warshall, Topological Sort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831335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Route optimisation and procedure scheduling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18304"/>
            <a:ext cx="565099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718304"/>
            <a:ext cx="64008" cy="16642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873752"/>
            <a:ext cx="5029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892040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48737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SORTING  (Divide &amp; Conquer)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518464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3B50"/>
                </a:solidFill>
                <a:latin typeface="Calibri"/>
              </a:rPr>
              <a:t>Merge Sort &amp; Quick Sort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63270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Treatment record ranking by cost and frequency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718304"/>
            <a:ext cx="5650992" cy="166420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4718304"/>
            <a:ext cx="64008" cy="166420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28232" y="4873752"/>
            <a:ext cx="502920" cy="3474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892040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0024" y="48737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Calibri"/>
              </a:rPr>
              <a:t>GREEDY &amp; DP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4" y="518464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  <a:latin typeface="Calibri"/>
              </a:rPr>
              <a:t>Activity Selection, 0/1 Knapsack, LIS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8232" y="563270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Planned — Coming Soon (not in current review scope)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68712" y="4901184"/>
            <a:ext cx="1554480" cy="292608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68712" y="4910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Coming Soon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Domain Design  /  Data Structures  /  Sample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SECTION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49240" cy="54864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5486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DOMAIN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Domain: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691640"/>
            <a:ext cx="347472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Veterinary Clinic &amp; Pet Health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2199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Architecture: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221992"/>
            <a:ext cx="347472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Java CLI — nested menus, one per DSA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75234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Startup: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752344"/>
            <a:ext cx="347472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CSV / Raw mode selection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28269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Entities: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82696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Pet · Treatment · Appointment
Vaccination · Clinic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14223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Packages: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142232"/>
            <a:ext cx="347472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petcare.models   petcare.utils
petcare.menu     petcare.trees
petcare.graphs   petcare.sorting
petcare.algorithms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6601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Language: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5660136"/>
            <a:ext cx="347472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Java (JDK 11+)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19048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3B50"/>
                </a:solidFill>
                <a:latin typeface="Calibri"/>
              </a:rPr>
              <a:t>Tools: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6190488"/>
            <a:ext cx="347472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Eclipse / IntelliJ / VS Code  ·  Git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097280"/>
            <a:ext cx="5788152" cy="2468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097280"/>
            <a:ext cx="73152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SELECTED DATA 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691640"/>
            <a:ext cx="201168" cy="3108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7099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BST  &amp;  AVL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093976"/>
            <a:ext cx="201168" cy="3108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1122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B-Tree (order t)  &amp;  B+ Tree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496312"/>
            <a:ext cx="201168" cy="3108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5146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Segment Tree  &amp;  Fenwick Tree (BIT)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898648"/>
            <a:ext cx="201168" cy="3108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916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Graph (Adjacency List)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300984"/>
            <a:ext cx="201168" cy="3108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3192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Priority Queue  &amp;  Arrays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794760"/>
            <a:ext cx="5788152" cy="27889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794760"/>
            <a:ext cx="73152" cy="2788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SAMPLE INPUT /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43708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A623"/>
                </a:solidFill>
                <a:latin typeface="Calibri"/>
              </a:rPr>
              <a:t>✓  45 CSV pet records pre-loaded at startup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 M1: AVL insert/search/delete · BST traversals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0109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 M2: B-Tree · B+ Tree range · Seg/Fenwick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5330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 M3: BFS · DFS · Kruskal &amp; Prim MST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6509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 M4: Dijkstra · Bellman-Ford · Floyd-Warshall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5971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 M5: Merge Sort (cost) · Quick Sort (freq)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62910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→  M6: Coming Soon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Demonstration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SECTION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916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Problem Statement Clearly Explained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1430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630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916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Working Prototype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5146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8346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606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632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Data Structures Properly 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5146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5146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346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06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632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Code Execution Demonstrated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862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2062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7763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4348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Sample Input/Output Shown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886200"/>
            <a:ext cx="5623560" cy="1234440"/>
          </a:xfrm>
          <a:prstGeom prst="rect">
            <a:avLst/>
          </a:prstGeom>
          <a:solidFill>
            <a:srgbClr val="FDEDED"/>
          </a:solidFill>
          <a:ln w="1905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886200"/>
            <a:ext cx="960120" cy="1234440"/>
          </a:xfrm>
          <a:prstGeom prst="rect">
            <a:avLst/>
          </a:prstGeom>
          <a:solidFill>
            <a:srgbClr val="B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2062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97763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2B2B"/>
                </a:solidFill>
                <a:latin typeface="Calibri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4348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Database Connectivity (if any)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5623560" cy="1234440"/>
          </a:xfrm>
          <a:prstGeom prst="rect">
            <a:avLst/>
          </a:prstGeom>
          <a:solidFill>
            <a:srgbClr val="E8F8ED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257800"/>
            <a:ext cx="96012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5778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349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0"/>
                </a:solidFill>
                <a:latin typeface="Calibri"/>
              </a:rP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8064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Error Handling Implemented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257800"/>
            <a:ext cx="5623560" cy="1234440"/>
          </a:xfrm>
          <a:prstGeom prst="rect">
            <a:avLst/>
          </a:prstGeom>
          <a:solidFill>
            <a:srgbClr val="FDEDED"/>
          </a:solidFill>
          <a:ln w="1905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5257800"/>
            <a:ext cx="960120" cy="1234440"/>
          </a:xfrm>
          <a:prstGeom prst="rect">
            <a:avLst/>
          </a:prstGeom>
          <a:solidFill>
            <a:srgbClr val="B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55778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349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2B2B"/>
                </a:solidFill>
                <a:latin typeface="Calibri"/>
              </a:rPr>
              <a:t>NO  (CLI)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58064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UI / Interface Developed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Evaluation Rubrics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28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SECTION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675120" cy="5669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58496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710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Problem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710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3167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64792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64792"/>
            <a:ext cx="237744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928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Use of 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9280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86584"/>
            <a:ext cx="6675120" cy="5669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86584"/>
            <a:ext cx="237744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Algorithm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08376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08376"/>
            <a:ext cx="237744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1363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Coding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363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821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30168"/>
            <a:ext cx="6675120" cy="5669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30168"/>
            <a:ext cx="158496" cy="56692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58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Innovation / Creativity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75818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039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51960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158496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79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Demonstration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7997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256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73752"/>
            <a:ext cx="6675120" cy="5669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873752"/>
            <a:ext cx="158496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01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0017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474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95544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495544"/>
            <a:ext cx="158496" cy="56692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623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Presentation Skills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235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090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669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pts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117336"/>
            <a:ext cx="6675120" cy="640080"/>
          </a:xfrm>
          <a:prstGeom prst="rect">
            <a:avLst/>
          </a:prstGeom>
          <a:solidFill>
            <a:srgbClr val="0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281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619048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100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1143000"/>
            <a:ext cx="4572000" cy="54864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0" y="1143000"/>
            <a:ext cx="73152" cy="5486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5512" y="12801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MARKS DISTRIBUTION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783080"/>
            <a:ext cx="231648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3432" y="1865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Problem Understanding  –  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359152"/>
            <a:ext cx="34747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91672" y="2441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Use of Data Structures  –  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935224"/>
            <a:ext cx="34747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91672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Algorithm Design  –  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3511296"/>
            <a:ext cx="34747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91672" y="35935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Coding Progress  –  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4087368"/>
            <a:ext cx="2316480" cy="38404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33432" y="416966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Innovation / Creativity  – 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25512" y="4663440"/>
            <a:ext cx="231648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33432" y="4745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Demonstration  –  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5239512"/>
            <a:ext cx="23164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33432" y="5321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Documentation  –  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5815584"/>
            <a:ext cx="2316480" cy="38404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33432" y="5897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Presentation Skills  –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